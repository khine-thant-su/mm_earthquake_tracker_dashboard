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3" autoAdjust="0"/>
    <p:restoredTop sz="94660"/>
  </p:normalViewPr>
  <p:slideViewPr>
    <p:cSldViewPr snapToGrid="0">
      <p:cViewPr varScale="1">
        <p:scale>
          <a:sx n="70" d="100"/>
          <a:sy n="70" d="100"/>
        </p:scale>
        <p:origin x="7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900" dirty="0"/>
              <a:t>Earthquake activity over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earthquakes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March 2-March 8</c:v>
                </c:pt>
                <c:pt idx="1">
                  <c:v>March 9-March 15</c:v>
                </c:pt>
                <c:pt idx="2">
                  <c:v>March 16-March 22</c:v>
                </c:pt>
                <c:pt idx="3">
                  <c:v>3-23-2025 - 3-29-2025</c:v>
                </c:pt>
                <c:pt idx="4">
                  <c:v>3-30-2025 - 4-5-2025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5</c:v>
                </c:pt>
                <c:pt idx="4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08-4951-B794-5AF057A09B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magnitude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March 2-March 8</c:v>
                </c:pt>
                <c:pt idx="1">
                  <c:v>March 9-March 15</c:v>
                </c:pt>
                <c:pt idx="2">
                  <c:v>March 16-March 22</c:v>
                </c:pt>
                <c:pt idx="3">
                  <c:v>3-23-2025 - 3-29-2025</c:v>
                </c:pt>
                <c:pt idx="4">
                  <c:v>3-30-2025 - 4-5-2025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2.5</c:v>
                </c:pt>
                <c:pt idx="1">
                  <c:v>3</c:v>
                </c:pt>
                <c:pt idx="2">
                  <c:v>4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08-4951-B794-5AF057A09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0860880"/>
        <c:axId val="1510860400"/>
      </c:lineChart>
      <c:catAx>
        <c:axId val="1510860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0860400"/>
        <c:crosses val="autoZero"/>
        <c:auto val="1"/>
        <c:lblAlgn val="ctr"/>
        <c:lblOffset val="100"/>
        <c:noMultiLvlLbl val="0"/>
      </c:catAx>
      <c:valAx>
        <c:axId val="15108604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0860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Sheet1!$A$2:$A$77</cx:f>
        <cx:lvl ptCount="76" formatCode="General">
          <cx:pt idx="0">1</cx:pt>
          <cx:pt idx="1">3.2000000000000002</cx:pt>
          <cx:pt idx="2">3.2999999999999998</cx:pt>
          <cx:pt idx="3">3.2999999999999998</cx:pt>
          <cx:pt idx="4">3.3999999999999999</cx:pt>
          <cx:pt idx="5">6</cx:pt>
          <cx:pt idx="6">6</cx:pt>
          <cx:pt idx="7">6</cx:pt>
          <cx:pt idx="8">7</cx:pt>
          <cx:pt idx="9">8</cx:pt>
          <cx:pt idx="10">8</cx:pt>
          <cx:pt idx="11">9</cx:pt>
          <cx:pt idx="12">9</cx:pt>
          <cx:pt idx="13">9</cx:pt>
          <cx:pt idx="14">9</cx:pt>
          <cx:pt idx="15">9</cx:pt>
          <cx:pt idx="16">10</cx:pt>
          <cx:pt idx="17">10</cx:pt>
          <cx:pt idx="18">10</cx:pt>
          <cx:pt idx="19">10</cx:pt>
          <cx:pt idx="20">10</cx:pt>
          <cx:pt idx="21">10</cx:pt>
          <cx:pt idx="22">11</cx:pt>
          <cx:pt idx="23">11</cx:pt>
          <cx:pt idx="24">11</cx:pt>
          <cx:pt idx="25">11</cx:pt>
          <cx:pt idx="26">11</cx:pt>
          <cx:pt idx="27">11</cx:pt>
          <cx:pt idx="28">12</cx:pt>
          <cx:pt idx="29">12</cx:pt>
          <cx:pt idx="30">12</cx:pt>
          <cx:pt idx="31">12</cx:pt>
          <cx:pt idx="32">12</cx:pt>
          <cx:pt idx="33">12</cx:pt>
          <cx:pt idx="34">13</cx:pt>
          <cx:pt idx="35">13</cx:pt>
          <cx:pt idx="36">13</cx:pt>
          <cx:pt idx="37">13</cx:pt>
          <cx:pt idx="38">13</cx:pt>
          <cx:pt idx="39">14</cx:pt>
          <cx:pt idx="40">14</cx:pt>
          <cx:pt idx="41">14</cx:pt>
          <cx:pt idx="42">14</cx:pt>
          <cx:pt idx="43">14</cx:pt>
          <cx:pt idx="44">14</cx:pt>
          <cx:pt idx="45">15</cx:pt>
          <cx:pt idx="46">15</cx:pt>
          <cx:pt idx="47">15</cx:pt>
          <cx:pt idx="48">15</cx:pt>
          <cx:pt idx="49">15</cx:pt>
          <cx:pt idx="50">15</cx:pt>
          <cx:pt idx="51">15</cx:pt>
          <cx:pt idx="52">15</cx:pt>
          <cx:pt idx="53">16</cx:pt>
          <cx:pt idx="54">16</cx:pt>
          <cx:pt idx="55">16</cx:pt>
          <cx:pt idx="56">16</cx:pt>
          <cx:pt idx="57">17</cx:pt>
          <cx:pt idx="58">17</cx:pt>
          <cx:pt idx="59">17</cx:pt>
          <cx:pt idx="60">17</cx:pt>
          <cx:pt idx="61">17</cx:pt>
          <cx:pt idx="62">17</cx:pt>
          <cx:pt idx="63">18</cx:pt>
          <cx:pt idx="64">18</cx:pt>
          <cx:pt idx="65">18</cx:pt>
          <cx:pt idx="66">18</cx:pt>
          <cx:pt idx="67">19</cx:pt>
          <cx:pt idx="68">19</cx:pt>
          <cx:pt idx="69">19</cx:pt>
          <cx:pt idx="70">20</cx:pt>
          <cx:pt idx="71">21</cx:pt>
          <cx:pt idx="72">22</cx:pt>
          <cx:pt idx="73">22</cx:pt>
          <cx:pt idx="74">24</cx:pt>
          <cx:pt idx="75">24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rtl="0"/>
            <a:r>
              <a:rPr lang="en-US" sz="1800" b="0" i="0" baseline="0" dirty="0">
                <a:effectLst/>
              </a:rPr>
              <a:t>Magnitude Distribution Histogram</a:t>
            </a:r>
            <a:endParaRPr lang="en-US" sz="2000" dirty="0">
              <a:effectLst/>
            </a:endParaRPr>
          </a:p>
        </cx:rich>
      </cx:tx>
    </cx:title>
    <cx:plotArea>
      <cx:plotAreaRegion>
        <cx:series layoutId="clusteredColumn" uniqueId="{51C96995-9DF7-4E69-8D30-5D5A6DABC343}">
          <cx:tx>
            <cx:txData>
              <cx:f>Sheet1!$A$1</cx:f>
              <cx:v>Magnitude</cx:v>
            </cx:txData>
          </cx:tx>
          <cx:spPr>
            <a:solidFill>
              <a:schemeClr val="accent2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cx:spPr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4:37:55.741"/>
    </inkml:context>
    <inkml:brush xml:id="br0">
      <inkml:brushProperty name="width" value="0.035" units="cm"/>
      <inkml:brushProperty name="height" value="0.035" units="cm"/>
      <inkml:brushProperty name="color" value="#0D0D0D"/>
    </inkml:brush>
  </inkml:definitions>
  <inkml:trace contextRef="#ctx0" brushRef="#br0">26 3901 24575,'-15'-443'0,"14"441"0,-5-61 0,3-95 0,3 155 0,0 1 0,0-1 0,0 0 0,1 0 0,-1 0 0,1 0 0,0 1 0,0-1 0,0 0 0,0 1 0,0-1 0,1 1 0,-1-1 0,1 1 0,-1-1 0,1 1 0,0 0 0,0 0 0,0 0 0,0 0 0,0 1 0,1-1 0,-1 0 0,0 1 0,1 0 0,3-2 0,0 1 0,-1 1 0,0 0 0,1 0 0,-1 0 0,1 1 0,0 0 0,-1 0 0,1 1 0,-1-1 0,1 1 0,-1 1 0,7 1 0,-4 1 0,-1-1 0,1 1 0,-1 0 0,0 1 0,0 0 0,-1 0 0,10 10 0,14 10 0,-25-21 0,-1 0 0,0 1 0,0-1 0,0 1 0,4 7 0,-5-7 0,0-1 0,0 0 0,1 1 0,-1-1 0,7 5 0,-10-9 0,0 0 0,1 0 0,-1 0 0,0 0 0,0 0 0,0 0 0,0 0 0,0 0 0,1 0 0,-1 0 0,0 0 0,0 0 0,0 0 0,0 0 0,0 0 0,1 0 0,-1 0 0,0 0 0,0 0 0,0 0 0,0 0 0,0 0 0,1 0 0,-1 0 0,0 0 0,0 0 0,0 0 0,0-1 0,0 1 0,0 0 0,0 0 0,1 0 0,-1 0 0,0 0 0,0 0 0,0 0 0,0-1 0,0 1 0,0 0 0,0 0 0,0 0 0,0 0 0,0 0 0,0-1 0,3-11 0,-1-15 0,-2 27 0,0-11 0,2-44 0,9-67 0,-8 105 0,0 0 0,1 0 0,1 0 0,1 1 0,0-1 0,1 1 0,0 1 0,12-18 0,-10 20 0,-1-1 0,0 1 0,2 1 0,0 0 0,13-13 0,-20 22 0,0 0 0,1 0 0,-1 1 0,1 0 0,0-1 0,0 1 0,0 1 0,0-1 0,0 1 0,0-1 0,1 1 0,-1 0 0,0 1 0,0-1 0,1 1 0,-1 0 0,0 0 0,1 1 0,4 0 0,32 14 0,-35-12 0,0 0 0,0-1 0,0 0 0,0 0 0,10 1 0,-13-3 0,-1 0 0,1 0 0,-1 0 0,1 0 0,-1-1 0,1 1 0,-1-1 0,1 0 0,-1 0 0,0 0 0,1 0 0,-1 0 0,0-1 0,0 1 0,0-1 0,0 1 0,0-1 0,3-3 0,-1-1 0,0 1 0,0-1 0,0-1 0,0 1 0,-1-1 0,0 1 0,-1-1 0,1 0 0,-1 0 0,1-8 0,-1 7 0,0 1 0,0-1 0,1 0 0,0 1 0,0 0 0,1 0 0,8-13 0,-12 19 0,1 0 0,-1 0 0,1 0 0,0 1 0,0-1 0,-1 0 0,1 0 0,0 0 0,0 0 0,0 1 0,0-1 0,0 1 0,0-1 0,0 0 0,0 1 0,0 0 0,0-1 0,0 1 0,0 0 0,0-1 0,0 1 0,0 0 0,0 0 0,1 0 0,-1 0 0,0 0 0,0 0 0,0 1 0,0-1 0,0 0 0,0 1 0,0-1 0,0 0 0,0 1 0,0-1 0,0 1 0,0 0 0,0-1 0,0 1 0,0 0 0,1 1 0,4 5 0,-1 0 0,0 1 0,0-1 0,7 17 0,8 9 0,-20-32 0,1-1 0,0 1 0,-1 0 0,1-1 0,-1 1 0,1-1 0,0 1 0,-1-1 0,1 0 0,0 1 0,0-1 0,-1 0 0,1 1 0,0-1 0,0 0 0,-1 0 0,1 0 0,0 0 0,0 0 0,-1 0 0,1 0 0,0 0 0,0 0 0,0 0 0,-1 0 0,1 0 0,0-1 0,0 1 0,-1 0 0,1 0 0,0-1 0,-1 1 0,1-1 0,0 1 0,-1-1 0,1 1 0,0-1 0,-1 1 0,1-1 0,-1 0 0,1 1 0,-1-1 0,1 0 0,-1 1 0,0-1 0,1-1 0,17-39 0,-17 39 0,7-23 0,-1-1 0,0 0 0,-2 0 0,-1 0 0,-1-1 0,0-40 0,-4 12 0,-1 22 0,2 0 0,1 0 0,9-51 0,-4 43 0,3-80 0,1-5 0,-8 108 0,2 0 0,0 1 0,1-1 0,0 1 0,9-17 0,10-16 0,2 0 0,3 2 0,1 1 0,60-70 0,-60 88 0,0 1 0,2 2 0,1 1 0,45-26 0,-7 4 0,3-5 0,96-90 0,-151 125 0,84-88 0,-92 93 0,-2-1 0,1 0 0,-2-1 0,1 0 0,-2 0 0,0-1 0,6-18 0,1-6 0,32-60 0,-9 21 0,-28 61 0,0 1 0,2 0 0,-1 1 0,2 0 0,14-15 0,-14 17 0,-5 6 0,0 1 0,0 0 0,1 0 0,0 1 0,0 0 0,0 0 0,0 1 0,1 0 0,11-4 0,28-13 0,-1-10 0,-36 22 0,0 1 0,1 1 0,-1 0 0,1 1 0,19-7 0,-28 12 0,1 0 0,-1 0 0,1 1 0,-1 0 0,1-1 0,-1 1 0,1 1 0,-1-1 0,1 0 0,-1 1 0,1 0 0,-1 0 0,0 0 0,1 0 0,-1 1 0,0-1 0,0 1 0,0 0 0,0 0 0,0 0 0,0 0 0,0 1 0,-1-1 0,1 1 0,3 4 0,4 8 0,1 0 0,14 31 0,10 15 0,-30-54 0,-1 1 0,-1-1 0,1 1 0,-1 0 0,0 0 0,-1 1 0,0-1 0,2 14 0,5 18 0,-9-40 0,0 0 0,0 0 0,0 1 0,0-1 0,0 0 0,0 0 0,0 0 0,0 1 0,1-1 0,-1 0 0,0 0 0,0 0 0,0 0 0,0 1 0,0-1 0,1 0 0,-1 0 0,0 0 0,0 0 0,0 0 0,1 0 0,-1 0 0,0 0 0,0 0 0,0 0 0,0 1 0,1-1 0,-1 0 0,0 0 0,0 0 0,0 0 0,1 0 0,-1 0 0,0-1 0,0 1 0,0 0 0,1 0 0,-1 0 0,0 0 0,0 0 0,0 0 0,1 0 0,-1 0 0,0 0 0,0 0 0,0-1 0,0 1 0,1 0 0,-1 0 0,0 0 0,0 0 0,0-1 0,0 1 0,0 0 0,0 0 0,0 0 0,0-1 0,1 1 0,-1 0 0,0 0 0,0 0 0,0-1 0,0 1 0,0 0 0,0 0 0,9-19 0,-7 16 0,51-117 0,-39 85 0,1 0 0,1 2 0,1 0 0,42-58 0,-46 77 0,1 1 0,0 0 0,23-15 0,24-21 0,-30 18 0,-19 17 0,1 1 0,0 1 0,0 0 0,1 1 0,1 1 0,0 0 0,28-13 0,-28 16 0,-4 2 0,0 1 0,1 0 0,-1 1 0,1 0 0,13-2 0,-22 5 0,0 0 0,0 0 0,0 0 0,0 1 0,0-1 0,0 1 0,0 0 0,-1-1 0,1 1 0,0 1 0,0-1 0,0 0 0,-1 1 0,1-1 0,-1 1 0,1 0 0,-1 0 0,1 0 0,-1 0 0,0 1 0,0-1 0,0 1 0,0-1 0,-1 1 0,3 3 0,12 28 0,-12-26 0,-1 1 0,1-1 0,1 0 0,-1 0 0,1-1 0,1 1 0,-1-1 0,1 0 0,0-1 0,11 9 0,-15-14 0,0 1 0,0-1 0,1 0 0,-1-1 0,0 1 0,1 0 0,-1-1 0,1 0 0,-1 1 0,0-1 0,1 0 0,-1 0 0,1 0 0,-1-1 0,1 1 0,-1-1 0,1 1 0,-1-1 0,0 0 0,1 0 0,-1 0 0,3-2 0,6-4 0,-1 0 0,0 0 0,13-14 0,-3 3 0,-14 13 0,0 0 0,0 0 0,1 1 0,-1-1 0,1 1 0,0 0 0,10-3 0,-15 6 0,-1 1 0,1 0 0,0 0 0,-1-1 0,1 1 0,0 0 0,0 0 0,-1 1 0,1-1 0,0 0 0,-1 1 0,1-1 0,0 1 0,-1-1 0,1 1 0,0 0 0,-1 0 0,1 0 0,-1 0 0,0 0 0,1 0 0,-1 0 0,0 1 0,1-1 0,-1 0 0,0 1 0,0-1 0,0 1 0,0-1 0,0 1 0,-1 0 0,1-1 0,0 1 0,0 3 0,6 16 0,-2 1 0,0-1 0,-1 2 0,-1-1 0,1 24 0,1 6 0,0-6 0,-5-30 0,1 1 0,1-1 0,1 0 0,0-1 0,1 1 0,1-1 0,0 1 0,10 19 0,-6-15 0,-1 0 0,0 1 0,-1-1 0,-1 2 0,5 35 0,-5-23 0,12 36 0,-15-61 0,0-1 0,0 0 0,1 0 0,0 0 0,0 0 0,1 0 0,-1-1 0,2 0 0,-1 0 0,1 0 0,0-1 0,0 0 0,1 0 0,-1-1 0,1 0 0,0 0 0,1 0 0,-1-1 0,15 5 0,-18-7 0,1 0 0,-1 0 0,0 1 0,0-1 0,0 1 0,0 0 0,0 0 0,0 1 0,-1-1 0,1 1 0,-1 0 0,0 0 0,0 0 0,-1 0 0,1 0 0,-1 1 0,0-1 0,0 1 0,2 5 0,2 9 0,-1 1 0,-1 0 0,3 30 0,-2-16 0,-2-5 0,0 31 0,-3-39 0,1 0 0,1 0 0,7 33 0,37 170 0,-35-168 0,-5-6 0,-2 1 0,-1 0 0,-8 90 0,5-129 0,-1 1 0,-1-1 0,0 1 0,0-1 0,-6 15 0,7-24 0,0 0 0,-1 0 0,1 0 0,-1 0 0,1 0 0,-1-1 0,0 1 0,0-1 0,0 1 0,0-1 0,-1 1 0,1-1 0,-1 0 0,1 0 0,-1-1 0,0 1 0,0-1 0,1 1 0,-1-1 0,0 0 0,0 0 0,0 0 0,0 0 0,-4 0 0,-29 1 0,-1-1 0,-37-5 0,-8 1 0,56 3 0,11 1 0,-1-1 0,1-1 0,0 0 0,0-1 0,-1-1 0,-17-6 0,31 8 0,0 0 0,0 1 0,0-1 0,0 0 0,0 1 0,0-1 0,0 1 0,0 0 0,0 0 0,0 0 0,0 0 0,0 0 0,0 0 0,-1 1 0,-1 0 0,3 0 0,0 0 0,-1 0 0,1 0 0,0 0 0,0 0 0,0 0 0,0 1 0,0-1 0,0 0 0,0 1 0,1-1 0,-1 1 0,0-1 0,1 1 0,-1 0 0,1-1 0,-1 1 0,1-1 0,0 1 0,0 0 0,-1 1 0,-1 27 0,0 1 0,2-1 0,5 48 0,-3-66 0,1 0 0,0 0 0,1 0 0,0 0 0,1-1 0,11 21 0,-9-20 0,-1 0 0,0 1 0,-1-1 0,-1 1 0,4 17 0,3 31 0,-2 0 0,1 85 0,-11-102 0,-1-1 0,-11 60 0,0-26 0,-19 88 0,27-147 0,-4 16 0,0 0 0,3 1 0,0 0 0,-1 50 0,7-66 0,-1-6 0,1-1 0,1 1 0,3 20 0,-3-29 0,0 0 0,0-1 0,0 1 0,0-1 0,1 0 0,-1 1 0,1-1 0,0 0 0,0 0 0,0 0 0,0 0 0,1-1 0,-1 1 0,1 0 0,-1-1 0,1 0 0,4 3 0,2 0 0,1 1 0,0-1 0,0-1 0,0 0 0,1-1 0,0 0 0,-1 0 0,1-1 0,0-1 0,0 0 0,0 0 0,0-1 0,0-1 0,0 0 0,0-1 0,0 0 0,-1 0 0,1-1 0,17-8 0,-13 5 0,83-35 0,-85 34 0,0 0 0,-1-1 0,0-1 0,0 0 0,13-14 0,73-87 0,-69 73 0,2 2 0,2 1 0,51-41 0,-66 64 0,0 0 0,35-14 0,-11 6 0,54-18 0,-70 28 0,0-1 0,41-21 0,-39 14 0,-13 10 0,-1-1 0,0-1 0,-1-1 0,0 0 0,0-1 0,15-16 0,11-26 0,-30 39 0,0 0 0,2 1 0,-1 0 0,17-14 0,-25 25 0,1 0 0,-1 1 0,1 0 0,-1-1 0,1 1 0,-1 0 0,1 0 0,0 1 0,-1-1 0,1 1 0,0-1 0,0 1 0,-1 0 0,1 0 0,0 0 0,0 0 0,-1 1 0,1-1 0,0 1 0,0 0 0,-1-1 0,1 1 0,-1 1 0,1-1 0,-1 0 0,1 1 0,-1-1 0,0 1 0,4 3 0,2 2 0,0 0 0,0 1 0,0 0 0,-1 1 0,0 0 0,8 14 0,-11-16 0,-1 0 0,0 0 0,-1 0 0,1 1 0,-1-1 0,0 1 0,-1-1 0,0 1 0,0 8 0,0 14 0,-3 31 0,0-20 0,1 393 0,1-263 0,-1-158 0,0 0 0,0 0 0,-1 0 0,-1 0 0,-5 17 0,-28 62 0,7-19 0,-52 168 0,59-155 0,18-68 0,0 0 0,0-1 0,-2 1 0,0-1 0,0 0 0,-2-1 0,-11 20 0,-114 148 0,124-173 0,-141 169 0,41-80 0,75-71 0,0 1 0,2 2 0,2 1 0,-29 39 0,51-59 0,-16 22 0,-39 46 0,54-72 0,0 0 0,0 0 0,0-1 0,-1 0 0,-1-1 0,1 0 0,-1 0 0,0-2 0,-14 6 0,-35 8 0,-68 10 0,104-23 0,0 1 0,1 0 0,0 2 0,0 1 0,1 1 0,-25 17 0,19-9 0,0 2 0,1 0 0,-47 51 0,63-58 0,0 1 0,2 0 0,-1 0 0,2 1 0,0 0 0,1 1 0,0 0 0,-6 23 0,2-7 0,-8 24 0,-14 63 0,13-45 0,12-47 0,1 0 0,-7 57 0,14-80 0,0 1 0,1-1 0,-1 1 0,1-1 0,0 0 0,1 1 0,-1-1 0,1 0 0,0 0 0,0 0 0,1 0 0,3 6 0,6 7 0,25 29 0,-18-23 0,167 196 0,-162-194 0,-1-3 0,37 52 0,-25-15 0,-23-39 0,0 0 0,29 36 0,-12-19 0,49 81 0,-22-31 0,-43-68 0,-2 0 0,0 1 0,0 0 0,-2 1 0,7 26 0,23 115 0,-36-148 0,38 143 0,-26-109 0,-2 0 0,-2 0 0,6 62 0,-12-66 0,2 0 0,14 49 0,2 9 0,-12-44 0,2 0 0,-3 2 0,3 89 0,-14 242 0,0-375 0,-1 0 0,-1 0 0,0-1 0,0 1 0,-2-1 0,-6 18 0,-1 4 0,-8 45 0,15-59 0,0 1 0,-2-1 0,-13 34 0,8-29 0,2 0 0,-12 60 0,19-74 0,-22 146 0,15-111 0,-2-1 0,-2 0 0,-2-1 0,-2 0 0,-28 52 0,39-90 0,0 0 0,0-1 0,0 0 0,-1 0 0,0-1 0,-1-1 0,-12 10 0,-71 42 0,84-54 0,-46 24 0,34-19 0,1 0 0,1 1 0,-1 1 0,2 1 0,-18 16 0,-53 43 0,71-55 0,-1-2 0,0 0 0,0-1 0,-1-2 0,-23 12 0,41-23 0,0-1 0,1 1 0,-1-1 0,0 0 0,1 1 0,-1-1 0,0 0 0,0 0 0,1 0 0,-1 0 0,0 1 0,0-1 0,1 0 0,-1 0 0,0-1 0,0 1 0,0 0 0,1 0 0,-1 0 0,0 0 0,1-1 0,-1 1 0,0 0 0,0-1 0,1 1 0,-1-1 0,1 1 0,-1-1 0,0 1 0,1-1 0,-1 1 0,1-1 0,-1 0 0,1 1 0,-1-1 0,1 0 0,0 1 0,-1-1 0,1 0 0,0 0 0,-1 1 0,1-1 0,0 0 0,0 0 0,0 1 0,0-1 0,-1 0 0,1-1 0,-1-7 0,1 0 0,-1 0 0,2-15 0,-1 15 0,4-403 0,-4 403 0,0-1 0,1 1 0,0-1 0,1 1 0,0-1 0,0 1 0,1 0 0,0 0 0,0 0 0,1 1 0,0-1 0,1 1 0,9-13 0,-3 3 0,0 1 0,-1-1 0,-1-1 0,-1 0 0,0 0 0,8-35 0,-12 34 0,-1 0 0,0 0 0,-2 0 0,0-25 0,-1 22 0,0-1 0,7-37 0,1 21 0,3-10 0,-2-1 0,5-86 0,-13 75 0,-4-192 0,-3 206 0,-16-64 0,4 23 0,-46-197 0,51 246 0,-1 2 0,-2 0 0,-22-38 0,4 17 0,19 35 0,-13-28 0,-31-55 0,9 14 0,10 21 0,28 47 0,2 0 0,0-1 0,2 0 0,1 0 0,0-1 0,2 0 0,-2-32 0,-1 1 0,-28-102 0,18 91 0,6 11 0,-17-55 0,24 98 0,0 1 0,-2 0 0,1 0 0,-2 0 0,-13-20 0,9 18 0,0-1 0,2-1 0,0 0 0,0-1 0,2 0 0,0 0 0,2-1 0,-8-31 0,1-15 0,-7-75 0,18 125 0,-1 1 0,-1 0 0,0 0 0,-8-20 0,-10-32 0,13 26 0,2 0 0,1 0 0,0-74 0,7 80 0,1 25 0,-2-1 0,1 1 0,-1-1 0,-1 0 0,0 1 0,0-1 0,-1 1 0,0 0 0,-4-11 0,6 20 0,-1 1 0,1-1 0,0 0 0,0 0 0,-1 1 0,1-1 0,-1 0 0,1 1 0,0-1 0,-1 1 0,1-1 0,-1 0 0,1 1 0,-1-1 0,1 1 0,-1 0 0,0-1 0,1 1 0,-1-1 0,0 1 0,1 0 0,-1-1 0,0 1 0,1 0 0,-1 0 0,0 0 0,1-1 0,-1 1 0,0 0 0,0 0 0,1 0 0,-1 0 0,0 1 0,1-1 0,-1 0 0,0 0 0,0 0 0,1 0 0,-1 1 0,0-1 0,1 0 0,-1 1 0,1-1 0,-1 1 0,0-1 0,1 1 0,-1-1 0,1 1 0,-1-1 0,1 1 0,-1-1 0,1 1 0,-1 0 0,0 1 0,-3 3 0,0 1 0,1 0 0,-1 0 0,-3 10 0,-49 151 0,13-31 0,13-61 0,-14 39 0,-1 4 0,6-19 0,29-72 0,-1-1 0,-1 0 0,-23 35 0,-54 67 0,77-113 0,-2 0 0,1-1 0,-1 0 0,-1-1 0,-23 15 0,-87 46 0,52-34 0,48-27 0,-2-1 0,1-2 0,-50 13 0,-7 2 0,-15 2 0,76-23 0,0 2 0,1 0 0,0 1 0,0 1 0,1 1 0,-23 14 0,17-7 0,-1-1 0,0-2 0,-1-1 0,0-1 0,0-2 0,-1-1 0,0-1 0,-33 2 0,46-6 0,1 1 0,0 1 0,-24 10 0,21-7 0,-32 8 0,7-7 0,-1-1 0,1-2 0,-54-1 0,4-4 0,-91-4 0,181 3 0,0 0 0,1-1 0,-1 0 0,1 1 0,-1-1 0,1 0 0,-1-1 0,1 1 0,-1 0 0,1-1 0,0 1 0,0-1 0,0 0 0,0 1 0,0-1 0,-3-4 0,2 2 0,0-1 0,0 0 0,0 0 0,1-1 0,-1 1 0,1 0 0,-2-10 0,0-5 0,1-1 0,1 1 0,-1-32 0,3 12 0,5-56 0,-2 79 0,-1 0 0,2 0 0,0 1 0,1 0 0,1 0 0,7-16 0,7-14 0,26-93 0,-33 93 0,2 2 0,30-64 0,70-130 0,-99 204 0,-2 0 0,19-66 0,-9 25 0,-17 52 0,-1-1 0,-1 0 0,-1 1 0,2-45 0,-7-100 0,-1 66 0,3 52 0,-1-46 0,-1 85 0,0 0 0,-1 0 0,0 1 0,-1-1 0,1 1 0,-8-17 0,-16-32 0,8 17 0,-30-50 0,37 72 0,1-1 0,0 0 0,1-1 0,-6-23 0,-18-94 0,25 111 0,-1 1 0,-1 1 0,-1-1 0,-1 2 0,-27-41 0,18 29 0,-25-56 0,39 80 0,0 0 0,0 1 0,-1 0 0,-1 0 0,-16-17 0,13 15 0,1 0 0,-19-31 0,-2-10 0,18 33 0,2-1 0,0 0 0,-13-36 0,17 37 0,-1 1 0,-21-37 0,17 30 0,0-1 0,2-1 0,-14-59 0,6 3-1365,13 69-5461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4:38:57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0 24501,'-191'111'0,"191"110"0,191-111 0,0-220 0,-191-111 0,-191 110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4:38:59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111 210 24575,'-6'0'0,"0"0"0,0 0 0,0-1 0,1 0 0,-1 0 0,0 0 0,1-1 0,-1 0 0,1 0 0,-1 0 0,1-1 0,-6-3 0,9 4 0,0 0 0,0 0 0,0 0 0,0 0 0,0-1 0,0 1 0,0 0 0,1-1 0,-1 1 0,1-1 0,0 0 0,0 1 0,0-1 0,0 0 0,0 0 0,1 0 0,-1 1 0,1-1 0,0 0 0,0 0 0,0 0 0,0 0 0,0 0 0,1 0 0,-1 0 0,3-4 0,-2 2 0,1 0 0,1 0 0,-1 0 0,1 1 0,0 0 0,0-1 0,0 1 0,0 0 0,1 0 0,0 1 0,-1-1 0,1 1 0,1 0 0,-1 0 0,0 0 0,1 0 0,0 1 0,-1 0 0,1 0 0,0 0 0,0 0 0,0 1 0,0 0 0,6-1 0,9-1 0,-1 0 0,1 2 0,-1 0 0,1 1 0,22 3 0,-35-2 0,0 0 0,-1 0 0,1 1 0,-1 0 0,1 0 0,-1 1 0,0 0 0,0 0 0,0 0 0,0 1 0,-1-1 0,1 2 0,-1-1 0,0 0 0,0 1 0,-1 0 0,1 0 0,-1 0 0,0 1 0,-1 0 0,1-1 0,-1 1 0,0 0 0,0 1 0,-1-1 0,3 12 0,0 4 0,-1 1 0,-1 0 0,0 0 0,-2 0 0,-1 0 0,-4 35 0,4-52 0,-1 0 0,0 1 0,-1-1 0,1 0 0,-1 0 0,0-1 0,0 1 0,-1 0 0,0-1 0,0 1 0,0-1 0,0 0 0,-1 0 0,0 0 0,0-1 0,0 1 0,-9 5 0,9-7 0,-1 0 0,0-1 0,1 1 0,-1-1 0,0 0 0,0-1 0,0 1 0,-1-1 0,1 0 0,0 0 0,0-1 0,-1 0 0,1 0 0,0 0 0,-1 0 0,1-1 0,0 0 0,0 0 0,0 0 0,0-1 0,-5-2 0,-11-6 0,0-1 0,1 0 0,0-2 0,1-1 0,1 0 0,-18-18 0,29 24 7,0 1 0,1-2 0,0 1 0,0-1 0,1 0 0,0 0 0,0 0 0,1-1 0,0 0 0,1 0 0,0 0 0,1 0 0,-1-11 0,-1-16-308,1 0 1,4-47 0,0 58-262,-1-5-6264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4:39:01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295 404 24575,'-51'1'0,"29"1"0,1-1 0,0-1 0,-1-2 0,-40-6 0,57 7 0,1-1 0,-1 1 0,0-1 0,1 0 0,-1 0 0,1-1 0,0 1 0,0-1 0,0 0 0,0 0 0,0 0 0,0-1 0,1 1 0,0-1 0,0 0 0,0 0 0,0 0 0,0 0 0,1-1 0,0 1 0,0-1 0,0 1 0,0-1 0,1 0 0,0 1 0,-1-7 0,-2-24 0,2 1 0,1-1 0,2 0 0,6-45 0,-6 76 0,-1 0 0,1 1 0,0-1 0,0 1 0,1-1 0,-1 1 0,1-1 0,0 1 0,-1-1 0,1 1 0,1 0 0,-1 0 0,0 0 0,1 1 0,0-1 0,0 0 0,-1 1 0,1 0 0,1 0 0,-1 0 0,0 0 0,0 0 0,1 0 0,-1 1 0,1 0 0,0 0 0,-1 0 0,8-1 0,10-1 0,-1 1 0,1 1 0,-1 1 0,27 3 0,-13 0 0,-18-3 0,-1 0 0,1 1 0,-1 1 0,1 1 0,26 8 0,-38-9 0,1 0 0,-1 1 0,0-1 0,1 1 0,-1 0 0,-1 0 0,1 0 0,0 1 0,-1-1 0,0 1 0,1 0 0,-1 0 0,-1 0 0,1 0 0,-1 0 0,0 1 0,0-1 0,0 1 0,0 0 0,-1-1 0,0 1 0,1 6 0,2 8 0,-1 0 0,-1 0 0,0 0 0,-2 0 0,0 0 0,-1 0 0,-1 0 0,-1 0 0,-7 22 0,9-37 5,-1-1-1,0 0 0,0 0 1,0 0-1,0-1 0,-1 1 1,1 0-1,-1-1 0,0 1 1,0-1-1,0 0 0,0 0 1,0 0-1,0-1 0,0 1 1,-1-1-1,1 1 0,-1-1 1,1 0-1,-1-1 0,-4 2 1,-9 0-221,1-1 0,-1 0 0,-21-2 0,24 0-381,-18-1-6229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4:39:04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399 755 24575,'-22'0'0,"-6"1"0,1-2 0,-1-1 0,-34-6 0,53 6 0,0-1 0,-1 0 0,1-1 0,0 0 0,1 0 0,-1 0 0,1-1 0,0-1 0,0 1 0,0-2 0,1 1 0,0-1 0,-7-8 0,2 2 0,1 0 0,1-2 0,0 1 0,1-1 0,0-1 0,1 1 0,1-1 0,1-1 0,0 1 0,1-1 0,1 0 0,0-1 0,1 1 0,1-1 0,1-19 0,1 23 0,-1-12 0,1 1 0,1-1 0,2 1 0,7-31 0,-8 47 0,1 1 0,0 0 0,0 0 0,1 1 0,0-1 0,1 1 0,-1-1 0,1 1 0,1 1 0,-1-1 0,1 1 0,1 0 0,-1 0 0,1 1 0,0 0 0,11-7 0,14-5 0,1 2 0,1 2 0,0 0 0,0 3 0,1 1 0,0 1 0,1 2 0,56-3 0,-82 9 0,0 0 0,1 0 0,-1 1 0,0 0 0,0 1 0,0 0 0,0 1 0,0 0 0,0 1 0,0 0 0,-1 0 0,0 1 0,15 10 0,-10-3 0,0 0 0,0 2 0,-1-1 0,-1 2 0,-1 0 0,17 26 0,-20-26 0,0 0 0,0 0 0,-1 1 0,-1 0 0,-1 1 0,0-1 0,-1 1 0,2 24 0,-2 11 0,-5 75 0,0-63 0,1-51 0,-1 0 0,0 0 0,-1 0 0,0 0 0,-1-1 0,0 1 0,-1-1 0,0 0 0,-1 0 0,-1 0 0,0 0 0,-1-1 0,0 0 0,0-1 0,-1 1 0,0-1 0,-1-1 0,0 0 0,-1 0 0,0-1 0,0 0 0,-1 0 0,0-1 0,-21 9 0,10-6 0,0-2 0,0-1 0,-1-1 0,0 0 0,-33 2 0,47-7 0,0-1 0,-1 0 0,1 0 0,0-1 0,0 0 0,0-1 0,0 0 0,0 0 0,0-1 0,1 0 0,-1-1 0,1 0 0,0 0 0,0-1 0,0 0 0,-12-10 0,-8-8-682,-37-25-1,45 35-6143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4:39:06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326 543 24575,'-8'0'0,"-1"0"0,0-1 0,1 0 0,-1-1 0,1 0 0,0 0 0,0-1 0,-1 0 0,1 0 0,1-1 0,-10-5 0,0-3 0,0-1 0,0-1 0,-18-21 0,8 9 0,9 10 0,2-1 0,-16-20 0,28 30 0,-1 1 0,1-1 0,0 0 0,1 0 0,0 0 0,0 0 0,0-1 0,1 1 0,0-1 0,0-9 0,0 8 0,1 0 0,1 0 0,0 0 0,0 0 0,1 0 0,0 0 0,0 0 0,1 1 0,0-1 0,1 0 0,0 1 0,5-12 0,-3 14 0,-1-1 0,1 1 0,0-1 0,1 2 0,0-1 0,0 0 0,0 1 0,0 0 0,1 1 0,0 0 0,0 0 0,0 0 0,0 1 0,9-4 0,18-4 0,1 1 0,0 1 0,0 2 0,1 2 0,-1 1 0,1 1 0,0 2 0,66 7 0,-97-5 0,0 0 0,0 0 0,0 0 0,0 1 0,-1-1 0,1 1 0,-1 0 0,1 1 0,-1-1 0,1 1 0,-1 0 0,0 0 0,-1 0 0,7 7 0,-4-3 0,0 0 0,-1 1 0,0 0 0,0 0 0,-1 0 0,0 1 0,4 12 0,0 4 0,-2 1 0,-1 1 0,-1-1 0,1 43 0,-4-57 0,-1 0 0,-1 0 0,1 0 0,-2 0 0,0 0 0,0 0 0,-1 0 0,-8 20 0,8-27 0,0 1 0,0-1 0,-1 1 0,0-1 0,0 0 0,-1-1 0,1 1 0,-1-1 0,0 0 0,0 0 0,0 0 0,-1-1 0,1 1 0,-1-2 0,0 1 0,0 0 0,0-1 0,-9 2 0,-19 2 0,-1-1 0,1-1 0,-1-3 0,0 0 0,-67-9 0,72 2-1365,6-2-5461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4:39:08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67 212 24575,'-3'0'0,"0"-1"0,0 0 0,1 0 0,-1 0 0,0 0 0,0 0 0,1 0 0,-1-1 0,1 0 0,-1 1 0,1-1 0,0 0 0,0 0 0,0 0 0,0 0 0,0-1 0,0 1 0,0 0 0,1-1 0,-1 1 0,1-1 0,0 0 0,0 0 0,0 1 0,-1-5 0,0 1 0,0 0 0,0 0 0,0 0 0,1-1 0,0 1 0,0 0 0,1-1 0,0 1 0,0-1 0,2-9 0,0 12 0,0 0 0,0 0 0,0 0 0,1 0 0,0 0 0,-1 1 0,2-1 0,-1 1 0,0 0 0,1 0 0,-1 0 0,1 0 0,0 1 0,0-1 0,0 1 0,0 0 0,0 0 0,9-2 0,1-1 0,-1 1 0,1 1 0,0 0 0,26-2 0,-36 5 0,1 0 0,0 1 0,-1-1 0,1 1 0,-1 0 0,0 0 0,1 0 0,-1 1 0,0-1 0,1 1 0,-1 0 0,0 0 0,0 1 0,-1-1 0,1 1 0,0 0 0,-1 0 0,0 0 0,0 0 0,0 1 0,0-1 0,0 1 0,-1 0 0,1-1 0,-1 1 0,0 0 0,0 1 0,-1-1 0,1 0 0,-1 1 0,2 7 0,1 6 0,-1 1 0,-1 0 0,-1 0 0,0-1 0,-1 1 0,-4 25 0,4-41-4,-1 1 0,1 0 0,-1-1 0,0 1 0,0 0 0,-1-1 0,1 1 0,-1-1 0,0 0 0,0 0 0,0 1 0,0-1 0,0-1 0,-1 1 0,1 0 0,-1 0 0,0-1 0,1 1 0,-5 1 0,2-1 19,0-1 1,0 1-1,0-1 0,0-1 1,-1 1-1,1-1 1,0 1-1,-1-2 0,1 1 1,-1-1-1,1 1 1,-7-2-1,6 1-80,-1 0 1,0-1-1,1 0 1,-1 0-1,1-1 1,0 0-1,-1 0 0,1-1 1,0 1-1,0-1 1,0 0-1,1-1 1,-1 0-1,1 1 0,0-2 1,0 1-1,0-1 1,1 1-1,-1-1 1,1-1-1,0 1 1,-3-7-1,-3-16-6761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4:39:10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248 324 24575,'-15'0'0,"0"-1"0,0 0 0,0-1 0,1-1 0,-1 0 0,0-1 0,1 0 0,-19-9 0,26 9 0,0 1 0,1-1 0,0 0 0,0-1 0,0 1 0,0-1 0,1-1 0,-1 1 0,2-1 0,-1 0 0,0 0 0,1 0 0,0 0 0,1-1 0,-1 0 0,1 0 0,1 0 0,-4-13 0,5 14 0,0 0 0,1 0 0,0 0 0,1 0 0,-1 0 0,1 1 0,0-1 0,1 0 0,-1 0 0,1 0 0,0 1 0,0-1 0,1 1 0,0-1 0,0 1 0,0 0 0,1 0 0,-1 1 0,1-1 0,0 1 0,1 0 0,-1 0 0,7-5 0,-5 4 0,-1 1 0,1 0 0,0 0 0,0 0 0,0 1 0,0 0 0,1 0 0,0 0 0,-1 1 0,1 0 0,0 1 0,0-1 0,0 1 0,0 0 0,0 1 0,0 0 0,0 0 0,0 1 0,13 2 0,-15-1 0,-1 0 0,0 1 0,1-1 0,-2 1 0,1 0 0,0 0 0,0 1 0,-1-1 0,0 1 0,0 0 0,0 0 0,0 0 0,0 0 0,-1 0 0,0 0 0,0 1 0,0-1 0,2 9 0,1 3 0,0 0 0,-2 1 0,0-1 0,1 20 0,-4-30-63,2 10-154,-1 1 0,-1-1 0,0 1 0,-2-1 0,-5 31 0,-2-23-6609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4:39:12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183 222 24575,'-6'0'0,"-10"0"0,1 0 0,-1-1 0,1-1 0,-23-5 0,34 6 0,0 0 0,0-1 0,0 1 0,0-1 0,1 0 0,-1 0 0,1 0 0,0 0 0,-1-1 0,1 0 0,0 1 0,0-1 0,1 0 0,-1 0 0,0-1 0,1 1 0,0 0 0,0-1 0,0 0 0,0 1 0,1-1 0,-2-5 0,1 4 0,1 1 0,-1-1 0,1-1 0,0 1 0,1 0 0,-1 0 0,1 0 0,0 0 0,0-1 0,0 1 0,1 0 0,0 0 0,0 0 0,0 0 0,1 0 0,0 0 0,-1 0 0,4-5 0,-2 7 0,0-1 0,1 0 0,-1 1 0,1 0 0,0 0 0,0 0 0,0 0 0,0 1 0,0-1 0,1 1 0,-1 0 0,1 0 0,-1 1 0,1-1 0,0 1 0,0 0 0,0 1 0,-1-1 0,8 1 0,-7-1 0,-1 0 0,1 1 0,0 0 0,-1 0 0,1 1 0,0-1 0,-1 1 0,1 0 0,-1 0 0,1 1 0,-1-1 0,1 1 0,-1 0 0,0 0 0,0 1 0,0-1 0,5 5 0,-5-3 0,0 0 0,-1 0 0,0 1 0,0-1 0,-1 1 0,1 0 0,-1 0 0,0 0 0,0 0 0,-1 0 0,1 0 0,-1 1 0,0-1 0,-1 0 0,1 7 0,0 23-1365,-1-3-5461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720DD-6BFD-4D16-9BF6-C0F9D464ACA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7F43D-0E60-4A25-A9C0-6F7E0CD46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4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Questions:</a:t>
            </a:r>
          </a:p>
          <a:p>
            <a:r>
              <a:rPr lang="en-US" dirty="0"/>
              <a:t>How do I calculate the average magnitude? Rolling average?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7F43D-0E60-4A25-A9C0-6F7E0CD46D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29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D52CE-7703-3667-1839-FEC7A8800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C12F8-6443-E825-A694-4BE62AD81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D3CB6-CC66-2A12-0B43-8FD8134C1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333-78AF-40D5-AA81-3F3E7E6E034F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8F3E9-D568-F191-CCA1-E6ABBCA8C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11DB6-BC90-FAE7-1EB5-5BAAA5E69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DD8E-3C9C-4823-A73F-C504C6AA3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09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40229-FD03-7BB4-A358-F61417C0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66DD0-177A-C947-52F2-AFDB171D8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7EB42-5C5E-30FB-62C9-6CF5CEC61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333-78AF-40D5-AA81-3F3E7E6E034F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3507C-CED8-F37E-F45B-FE086F544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9FFD-6A22-1D5F-0B14-70799CA0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DD8E-3C9C-4823-A73F-C504C6AA3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82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588D-7E78-CAA4-45D5-9C16CA645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FDBD1-EDB5-C5D8-5D0D-593F41561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2975F-15CC-1CAB-3B6C-D1F356DC0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333-78AF-40D5-AA81-3F3E7E6E034F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14E2F-EBF2-10A5-99FE-2777D6244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6111B-FE90-1C2E-B561-2D3BEF56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DD8E-3C9C-4823-A73F-C504C6AA3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89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888A9-9010-F615-E978-C0EB99E45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8A0D1-D6C2-B677-CDF1-7FDE4C1DA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50046-BABD-1CF5-49BF-75C048266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EDBF0-1460-A8D7-85BF-C120A894F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333-78AF-40D5-AA81-3F3E7E6E034F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B1202-595A-3896-D010-6DA65F95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E6039-E6B1-9A82-2578-F30EFE14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DD8E-3C9C-4823-A73F-C504C6AA3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905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0DD3-564C-930E-8302-8614DB31B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01EF3-DF1B-74E5-788B-6B1262EBE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2080C-A275-0E1C-D9A9-B017F5667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3C4C5D-E928-8693-7CE2-D1DAA97BEE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DB006C-1C51-F027-94E0-850AC90688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D1B7A2-D9A5-177A-DEE2-C150F14C0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333-78AF-40D5-AA81-3F3E7E6E034F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0C18E9-7D51-ED23-8AF4-1AA4F8B0D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15F1A0-1B9D-4949-B192-B33FF3C9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DD8E-3C9C-4823-A73F-C504C6AA3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92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46A6-4852-954C-8C12-10D8C24FE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7A7937-01CC-CB37-E00A-71968920B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333-78AF-40D5-AA81-3F3E7E6E034F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05742-DB2E-F92A-AD32-8D7EE533B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3B133-F073-80E4-2CB2-8D892B66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DD8E-3C9C-4823-A73F-C504C6AA3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16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8EDE68-E238-B184-4E06-03EA05C9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333-78AF-40D5-AA81-3F3E7E6E034F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B65944-3169-7F3E-6A18-5DF9598EA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CA482-C2C8-3584-C929-FC44268C6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DD8E-3C9C-4823-A73F-C504C6AA3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5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DFD19-E525-7B97-BC76-ABE09DAB0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DD7BE-292E-54FE-D8C5-980818D5A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24098-297E-F8DC-91BE-5FC4200CD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6CAD5-209B-C507-23C4-E40526F4F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333-78AF-40D5-AA81-3F3E7E6E034F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70E7D-1741-A940-0E15-8492D1D29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0F402-4DD5-BFB2-D97E-E552FDAAB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DD8E-3C9C-4823-A73F-C504C6AA3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68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C5C7C-090E-BFDD-91D8-48C917C12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8699E-A791-590C-0033-DD73044F3E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BC68C-B691-6083-4AD1-83FF7FBE0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CE4C0-D45B-F1BC-6153-C724D539B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333-78AF-40D5-AA81-3F3E7E6E034F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5D6C5-9B7B-1C21-A3F8-F514232B2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B4D29-FBF1-AD13-D0EF-80652F2B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DD8E-3C9C-4823-A73F-C504C6AA3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67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19711-B658-5CB0-087F-0C5DE5B0F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35329-2A9C-06C9-7633-9CA1FD955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EABA8-CDE2-D76C-B9EA-8A68C0706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333-78AF-40D5-AA81-3F3E7E6E034F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4201E-A534-BBA6-FBDE-BF7D44ABB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4CC83-3276-056E-8EEF-786F9E480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DD8E-3C9C-4823-A73F-C504C6AA3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12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B9F82-D590-F414-74D0-C146FAF669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3ECA7-D224-5896-0C7B-1A0250DC9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8F138-B0F4-0A8E-2FC0-677B13E2B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333-78AF-40D5-AA81-3F3E7E6E034F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20C2F-B6FC-27AF-3503-ED36F25F7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1A783-4BC9-F4CB-3A75-856AA319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DD8E-3C9C-4823-A73F-C504C6AA3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69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89F24B-9941-01DB-05AC-9B0122E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5D159-99C4-E84F-EEA5-48F2E63F1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87781-DF38-6AAC-DF6C-7C66A4ADA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B54333-78AF-40D5-AA81-3F3E7E6E034F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B6EA3-4434-3F59-014A-7D5F5638F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C4489-6626-6CB2-F9E3-DEDFDFEEA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1DD8E-3C9C-4823-A73F-C504C6AA3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78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3" Type="http://schemas.openxmlformats.org/officeDocument/2006/relationships/customXml" Target="../ink/ink1.xml"/><Relationship Id="rId21" Type="http://schemas.openxmlformats.org/officeDocument/2006/relationships/chart" Target="../charts/chart1.xml"/><Relationship Id="rId7" Type="http://schemas.openxmlformats.org/officeDocument/2006/relationships/customXml" Target="../ink/ink3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image" Target="../media/image10.png"/><Relationship Id="rId10" Type="http://schemas.openxmlformats.org/officeDocument/2006/relationships/image" Target="../media/image4.png"/><Relationship Id="rId19" Type="http://schemas.openxmlformats.org/officeDocument/2006/relationships/customXml" Target="../ink/ink9.xml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4" Type="http://schemas.openxmlformats.org/officeDocument/2006/relationships/image" Target="../media/image6.png"/><Relationship Id="rId22" Type="http://schemas.microsoft.com/office/2014/relationships/chartEx" Target="../charts/chartEx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20D7C-DDAD-A85E-2AAB-6E1712674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9141" y="76152"/>
            <a:ext cx="5254580" cy="435981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Myanmar earthquake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94327-5117-DF34-9D12-550D736C9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865" y="4496889"/>
            <a:ext cx="4922251" cy="1965688"/>
          </a:xfrm>
        </p:spPr>
        <p:txBody>
          <a:bodyPr>
            <a:normAutofit lnSpcReduction="10000"/>
          </a:bodyPr>
          <a:lstStyle/>
          <a:p>
            <a:r>
              <a:rPr lang="en-US" sz="2000" u="sng" dirty="0"/>
              <a:t>Summary stats</a:t>
            </a:r>
          </a:p>
          <a:p>
            <a:pPr algn="l"/>
            <a:r>
              <a:rPr lang="en-US" sz="2000" dirty="0"/>
              <a:t>Total earthquakes since March 1, 2025: 30</a:t>
            </a:r>
          </a:p>
          <a:p>
            <a:pPr algn="l"/>
            <a:r>
              <a:rPr lang="en-US" sz="2000" dirty="0"/>
              <a:t>Strongest earthquake date: March 31, 2025 </a:t>
            </a:r>
          </a:p>
          <a:p>
            <a:pPr algn="l"/>
            <a:r>
              <a:rPr lang="en-US" sz="2000" dirty="0"/>
              <a:t>Average magnitude: 5.3</a:t>
            </a:r>
          </a:p>
          <a:p>
            <a:pPr algn="l"/>
            <a:r>
              <a:rPr lang="en-US" sz="2000" dirty="0"/>
              <a:t>Number of cities impacted: </a:t>
            </a:r>
          </a:p>
          <a:p>
            <a:pPr algn="l"/>
            <a:endParaRPr lang="en-US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8FABA65-6181-D02F-6F73-2F3EF0180311}"/>
                  </a:ext>
                </a:extLst>
              </p14:cNvPr>
              <p14:cNvContentPartPr/>
              <p14:nvPr/>
            </p14:nvContentPartPr>
            <p14:xfrm>
              <a:off x="1310464" y="520018"/>
              <a:ext cx="1788677" cy="3692356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8FABA65-6181-D02F-6F73-2F3EF01803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04345" y="513898"/>
                <a:ext cx="1800916" cy="3704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C2918D0-D002-F8BD-4012-DF7DD69807B9}"/>
                  </a:ext>
                </a:extLst>
              </p14:cNvPr>
              <p14:cNvContentPartPr/>
              <p14:nvPr/>
            </p14:nvContentPartPr>
            <p14:xfrm>
              <a:off x="2056295" y="1628868"/>
              <a:ext cx="137880" cy="159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C2918D0-D002-F8BD-4012-DF7DD69807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50175" y="1622748"/>
                <a:ext cx="150120" cy="17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D153173A-67CA-FC56-3CBC-BA93F48BF772}"/>
              </a:ext>
            </a:extLst>
          </p:cNvPr>
          <p:cNvGrpSpPr/>
          <p:nvPr/>
        </p:nvGrpSpPr>
        <p:grpSpPr>
          <a:xfrm>
            <a:off x="1865855" y="1804548"/>
            <a:ext cx="491760" cy="642600"/>
            <a:chOff x="1865855" y="1804548"/>
            <a:chExt cx="491760" cy="64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CA9D370-3DC6-9993-78A2-D5FA0A035F6D}"/>
                    </a:ext>
                  </a:extLst>
                </p14:cNvPr>
                <p14:cNvContentPartPr/>
                <p14:nvPr/>
              </p14:nvContentPartPr>
              <p14:xfrm>
                <a:off x="2162495" y="1804548"/>
                <a:ext cx="145440" cy="169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CA9D370-3DC6-9993-78A2-D5FA0A035F6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56375" y="1798428"/>
                  <a:ext cx="1576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249875A-E0C0-5E0E-9756-5EC431DBDA4C}"/>
                    </a:ext>
                  </a:extLst>
                </p14:cNvPr>
                <p14:cNvContentPartPr/>
                <p14:nvPr/>
              </p14:nvContentPartPr>
              <p14:xfrm>
                <a:off x="1967015" y="1876548"/>
                <a:ext cx="161640" cy="147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249875A-E0C0-5E0E-9756-5EC431DBDA4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60895" y="1870428"/>
                  <a:ext cx="173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73EFA0A-8EC0-D876-8427-811366249200}"/>
                    </a:ext>
                  </a:extLst>
                </p14:cNvPr>
                <p14:cNvContentPartPr/>
                <p14:nvPr/>
              </p14:nvContentPartPr>
              <p14:xfrm>
                <a:off x="2071415" y="1994988"/>
                <a:ext cx="286200" cy="324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73EFA0A-8EC0-D876-8427-81136624920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65295" y="1988868"/>
                  <a:ext cx="2984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1F9129D-F628-6CD2-4494-D4E955943590}"/>
                    </a:ext>
                  </a:extLst>
                </p14:cNvPr>
                <p14:cNvContentPartPr/>
                <p14:nvPr/>
              </p14:nvContentPartPr>
              <p14:xfrm>
                <a:off x="1865855" y="2251308"/>
                <a:ext cx="234360" cy="195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1F9129D-F628-6CD2-4494-D4E95594359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59735" y="2245188"/>
                  <a:ext cx="246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09529E0-DCC0-1644-B135-0CBD1B43D1AD}"/>
                    </a:ext>
                  </a:extLst>
                </p14:cNvPr>
                <p14:cNvContentPartPr/>
                <p14:nvPr/>
              </p14:nvContentPartPr>
              <p14:xfrm>
                <a:off x="1946495" y="2126028"/>
                <a:ext cx="103320" cy="118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09529E0-DCC0-1644-B135-0CBD1B43D1A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40375" y="2119908"/>
                  <a:ext cx="11556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CF83BA-5E18-D368-CFF6-AE96722C1BB5}"/>
              </a:ext>
            </a:extLst>
          </p:cNvPr>
          <p:cNvGrpSpPr/>
          <p:nvPr/>
        </p:nvGrpSpPr>
        <p:grpSpPr>
          <a:xfrm>
            <a:off x="1649135" y="2869428"/>
            <a:ext cx="208080" cy="124560"/>
            <a:chOff x="1649135" y="2869428"/>
            <a:chExt cx="208080" cy="12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7060EDC-169E-F47F-B6CB-C264B63EA495}"/>
                    </a:ext>
                  </a:extLst>
                </p14:cNvPr>
                <p14:cNvContentPartPr/>
                <p14:nvPr/>
              </p14:nvContentPartPr>
              <p14:xfrm>
                <a:off x="1649135" y="2871588"/>
                <a:ext cx="104400" cy="122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7060EDC-169E-F47F-B6CB-C264B63EA49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43015" y="2865468"/>
                  <a:ext cx="1166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7C5A222-98C5-46A5-7482-CBA73517845F}"/>
                    </a:ext>
                  </a:extLst>
                </p14:cNvPr>
                <p14:cNvContentPartPr/>
                <p14:nvPr/>
              </p14:nvContentPartPr>
              <p14:xfrm>
                <a:off x="1775855" y="2869428"/>
                <a:ext cx="81360" cy="80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7C5A222-98C5-46A5-7482-CBA73517845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69735" y="2863308"/>
                  <a:ext cx="93600" cy="92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29272F57-C4E8-C750-FDE6-0FD09FBECC4F}"/>
              </a:ext>
            </a:extLst>
          </p:cNvPr>
          <p:cNvSpPr/>
          <p:nvPr/>
        </p:nvSpPr>
        <p:spPr>
          <a:xfrm>
            <a:off x="3078050" y="1378038"/>
            <a:ext cx="1287887" cy="707594"/>
          </a:xfrm>
          <a:prstGeom prst="wedgeRectCallout">
            <a:avLst>
              <a:gd name="adj1" fmla="val -115199"/>
              <a:gd name="adj2" fmla="val 73710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CAAFD6-83A7-2D15-1BA0-C931F6861E32}"/>
              </a:ext>
            </a:extLst>
          </p:cNvPr>
          <p:cNvSpPr txBox="1"/>
          <p:nvPr/>
        </p:nvSpPr>
        <p:spPr>
          <a:xfrm>
            <a:off x="3099141" y="1378038"/>
            <a:ext cx="91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Location:</a:t>
            </a:r>
          </a:p>
          <a:p>
            <a:r>
              <a:rPr lang="en-US" sz="1100" dirty="0"/>
              <a:t>Magnitude:</a:t>
            </a:r>
          </a:p>
          <a:p>
            <a:r>
              <a:rPr lang="en-US" sz="1100" dirty="0"/>
              <a:t>Depth:</a:t>
            </a:r>
          </a:p>
          <a:p>
            <a:r>
              <a:rPr lang="en-US" sz="1100" dirty="0"/>
              <a:t>Time: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7BA12A23-C81E-0067-42E4-99903E6D27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8768331"/>
              </p:ext>
            </p:extLst>
          </p:nvPr>
        </p:nvGraphicFramePr>
        <p:xfrm>
          <a:off x="5233116" y="548604"/>
          <a:ext cx="5537915" cy="3154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7" name="Chart 26">
                <a:extLst>
                  <a:ext uri="{FF2B5EF4-FFF2-40B4-BE49-F238E27FC236}">
                    <a16:creationId xmlns:a16="http://schemas.microsoft.com/office/drawing/2014/main" id="{7EC66380-A136-57FE-6F95-2178309452B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501054618"/>
                  </p:ext>
                </p:extLst>
              </p:nvPr>
            </p:nvGraphicFramePr>
            <p:xfrm>
              <a:off x="5427014" y="3739922"/>
              <a:ext cx="5150118" cy="314434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2"/>
              </a:graphicData>
            </a:graphic>
          </p:graphicFrame>
        </mc:Choice>
        <mc:Fallback xmlns="">
          <p:pic>
            <p:nvPicPr>
              <p:cNvPr id="27" name="Chart 26">
                <a:extLst>
                  <a:ext uri="{FF2B5EF4-FFF2-40B4-BE49-F238E27FC236}">
                    <a16:creationId xmlns:a16="http://schemas.microsoft.com/office/drawing/2014/main" id="{7EC66380-A136-57FE-6F95-2178309452B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27014" y="3739922"/>
                <a:ext cx="5150118" cy="314434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0289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60</Words>
  <Application>Microsoft Office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Myanmar earthquake tracker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Khine Thant Su</dc:creator>
  <cp:lastModifiedBy>Khine Thant Su</cp:lastModifiedBy>
  <cp:revision>4</cp:revision>
  <dcterms:created xsi:type="dcterms:W3CDTF">2025-06-10T14:34:47Z</dcterms:created>
  <dcterms:modified xsi:type="dcterms:W3CDTF">2025-06-10T23:15:58Z</dcterms:modified>
</cp:coreProperties>
</file>